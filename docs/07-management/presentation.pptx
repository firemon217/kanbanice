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164592" cy="1645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17320"/>
            <a:ext cx="8321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kanbaNice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11480" y="2423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Корпоративная система управления проектами (Kanban)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11480" y="32461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Траектория Г — Enterprise (полный стек)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Дисциплина «Программная инженерия» · СКФУ · 2026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132320" y="4526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firemon217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Цели и задачи курсового проекта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Разработать корпоративную систему управления проектами по методологии Kanban с применением архитектурного паттерна PCMEF и реализацией двух типов клиентов (веб + десктоп) на едином REST API.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63440" y="105156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63440" y="137160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Бизнес-анализ и моделирование требований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Проектирование архитектуры PCMEF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Проектирование БД (PostgreSQL, 7 таблиц, 3NF)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Реализация REST API (Spring Boot, 27 эндпоинтов)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Разработка веб-клиента (React, 7 страниц)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Разработка десктоп-клиента (JavaFX, 7 экранов)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Безопасность: JWT + OAuth2 + BCrypt + HTTPS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Контейнеризация: Docker Compose + Nginx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120" y="1005840"/>
            <a:ext cx="0" cy="347472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Бизнес-анализ и моделирование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73152" cy="1325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607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Паспорт проекта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353312"/>
            <a:ext cx="245059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название, цели, риски, KPI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05840"/>
            <a:ext cx="7315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0607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IDEF0 A-0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37560" y="1353312"/>
            <a:ext cx="245059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Контекстная диаграмма: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входы / выходы / механизмы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35040" y="1005840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005840"/>
            <a:ext cx="73152" cy="132588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0607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BUC-диаграмма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72200" y="1353312"/>
            <a:ext cx="245059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бизнес-прецедентов: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регистрация, управление,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задачи, аудит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496312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496312"/>
            <a:ext cx="73152" cy="1325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5511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Стейкхолдеры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2843784"/>
            <a:ext cx="245059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групп: команда, рук. проекта,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админ, аудитор,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ИТ-администратор, преподаватель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0" y="2496312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2496312"/>
            <a:ext cx="7315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25511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SWOT-анализ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37560" y="2843784"/>
            <a:ext cx="245059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Сильные: self-hosted, Docker,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JWT+OAuth2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Слабые: нет тестов, 2 статуса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35040" y="2496312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35040" y="2496312"/>
            <a:ext cx="73152" cy="132588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25511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Глоссарий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72200" y="2843784"/>
            <a:ext cx="245059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бизнес-терминов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+ 35 системных терминов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PCMEF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51206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2412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 Presentation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514600" y="1024128"/>
            <a:ext cx="6126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(Web) · JavaFX (Desktop)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572768"/>
            <a:ext cx="8412480" cy="5120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0934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Control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514600" y="1609344"/>
            <a:ext cx="6126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AuthController · UserController · CompanyController · ProjectController · BoardController · TaskController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157984"/>
            <a:ext cx="8412480" cy="5120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1945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 Mediator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514600" y="2194560"/>
            <a:ext cx="6126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AuthService · UserService · CompanyService · ProjectService · BoardService · TaskService · EmailService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743200"/>
            <a:ext cx="8412480" cy="5120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7797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 Entity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514600" y="2779776"/>
            <a:ext cx="6126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· Company · KanbanProject · KanbanBoard · KanbanTask · ProjectMember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3328416"/>
            <a:ext cx="841248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36499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 Foundation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514600" y="3364992"/>
            <a:ext cx="6126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UserRepository · KanbanProjectRepo · KanbanBoardRepo · KanbanTaskRepo · ProjectMemberRepo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39136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Зависимости строго вниз: P → C → M → E → F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Технологический стек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2880360" cy="2871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87552"/>
            <a:ext cx="288036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005840"/>
            <a:ext cx="2788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353312"/>
            <a:ext cx="274320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Java 17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Spring Boot 3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Spring Security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JJWT 0.12.6 (JWT)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Spring Data JPA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PostgreSQL 16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ModelMapper 3.2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SpringDoc OpenAPI 2.5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29000" y="987552"/>
            <a:ext cx="2286000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0" y="987552"/>
            <a:ext cx="2286000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02152" y="100584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(Web)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520440" y="1353312"/>
            <a:ext cx="2148840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React 19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Vite 8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Axios 1.16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React Router DOM 7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CSS Modules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Context API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897880" y="987552"/>
            <a:ext cx="3063240" cy="1362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897880" y="987552"/>
            <a:ext cx="306324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71032" y="1005840"/>
            <a:ext cx="2971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89320" y="1353312"/>
            <a:ext cx="29260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JavaFX 21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Jackson 2.15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Maven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897880" y="2834640"/>
            <a:ext cx="3063240" cy="1362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897880" y="2834640"/>
            <a:ext cx="3063240" cy="3200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71032" y="2852928"/>
            <a:ext cx="2971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Инфраструктура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989320" y="3200400"/>
            <a:ext cx="29260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Docker + Compose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Nginx (SSL/TLS)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PostgreSQL volume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данных (PostgreSQL 16)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5029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2412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таблиц · нормализация 3NF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325880"/>
            <a:ext cx="49377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6245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app_user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560320" y="136245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Пользователи (JWT + OAuth2)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1773936"/>
            <a:ext cx="4937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81051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user_roles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560320" y="181051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Роли: ADMIN / USER / AUDITOR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" y="2221992"/>
            <a:ext cx="49377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25856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company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560320" y="225856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Компании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2670048"/>
            <a:ext cx="4937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70662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kanban_project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560320" y="270662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Проекты компании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3118104"/>
            <a:ext cx="49377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15468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project_member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560320" y="315468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Участники проекта (LEADER/WORKER)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3566160"/>
            <a:ext cx="4937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60273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kanban_board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560320" y="360273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Канбан-доски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11480" y="4014216"/>
            <a:ext cx="49377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05079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kanban_task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560320" y="405079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(TODO / DONE)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577840" y="987552"/>
            <a:ext cx="33832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577840" y="987552"/>
            <a:ext cx="73152" cy="6766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15000" y="10424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Стратегия загрузки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715000" y="1335024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EAGER для User.company и User.roles;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для всех OneToMany (Lazy Load pattern)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577840" y="1737360"/>
            <a:ext cx="33832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577840" y="1737360"/>
            <a:ext cx="73152" cy="676656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15000" y="17922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Каскадирование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715000" y="2084832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CascadeType.ALL + orphanRemoval на Project→Board→Task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577840" y="2487168"/>
            <a:ext cx="33832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577840" y="2487168"/>
            <a:ext cx="73152" cy="6766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15000" y="2542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715000" y="2834640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@PrePersist → createdAt;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@PreUpdate → updatedAt (KanbanTask)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577840" y="3236976"/>
            <a:ext cx="33832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577840" y="3236976"/>
            <a:ext cx="73152" cy="676656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15000" y="3291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Map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715000" y="3584448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Hibernate 1st Level Cache — уникальность объектов в транзакции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577840" y="3986784"/>
            <a:ext cx="33832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577840" y="3986784"/>
            <a:ext cx="73152" cy="6766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15000" y="40416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Mapper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715000" y="433425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ModelMapper 3.2 — маппинг Entity ↔ DTO в каждом сервисе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— 27 эндпоинтов (требование ≥15)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27432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87552"/>
            <a:ext cx="274320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0058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(/auth)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47472" y="1289304"/>
            <a:ext cx="2633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/auth/login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/auth/signup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274320" y="192024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920240"/>
            <a:ext cx="2743200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93852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(/api/users)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47472" y="2221992"/>
            <a:ext cx="263347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/profile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/profile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/profile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/forgot-password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/reset-password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3246120" y="987552"/>
            <a:ext cx="274320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987552"/>
            <a:ext cx="274320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9272" y="10058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(/api/company)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319272" y="1289304"/>
            <a:ext cx="26334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/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/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/workers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/workers/{id}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3246120" y="2359152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46120" y="2359152"/>
            <a:ext cx="2743200" cy="274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9272" y="23774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(/api/projects)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19272" y="2660904"/>
            <a:ext cx="263347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/{id}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/{id}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/{id}/members/{userId}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6217920" y="987552"/>
            <a:ext cx="27432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987552"/>
            <a:ext cx="2743200" cy="2743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91072" y="10058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Boards (/api/projects)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291072" y="1289304"/>
            <a:ext cx="263347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/{id}/boards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/{id}/boards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/boards/{id}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/boards/{id}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6217920" y="214884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2148840"/>
            <a:ext cx="274320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91072" y="216712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(/api/projects)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91072" y="2450592"/>
            <a:ext cx="263347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/boards/{id}/tasks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/boards/{id}/tasks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/tasks/{id}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/tasks/{id}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/tasks/{id}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2743200" y="4370832"/>
            <a:ext cx="3657600" cy="411480"/>
          </a:xfrm>
          <a:prstGeom prst="round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0" y="437083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UI: /swagger-ui.html (SpringDoc OpenAPI 2.5)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Веб-клиент — React 19 + Vite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64008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" y="106070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9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LoginPage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48056" y="135331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 входа + кнопка «Войти через Google»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901952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901952"/>
            <a:ext cx="64008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" y="195681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9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RegPage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8056" y="224942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 регистрации нового пользователя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798064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798064"/>
            <a:ext cx="64008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" y="28529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9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OAuthRedirect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8056" y="314553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Обработка callback OAuth2, сохранение JWT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3694176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694176"/>
            <a:ext cx="64008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" y="37490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9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CompanyPage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48056" y="40416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Просмотр компании, список сотрудников, добавление/удаление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54880" y="100584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005840"/>
            <a:ext cx="64008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82896" y="106070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9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ProjectsSelectionPage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82896" y="135331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Сетка карточек проектов компании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1901952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1901952"/>
            <a:ext cx="64008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82896" y="195681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9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ProjectPage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82896" y="224942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Канбан-доски проекта с задачами (TODO/DONE)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2798064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2798064"/>
            <a:ext cx="64008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82896" y="28529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9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 ProfilePage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82896" y="314553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 пользователя, смена пароля, удаление аккаунта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20040" y="459943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Состояние: UserContext · CompanyContext · ProjectContext  |  Маршрутизация: React Router DOM 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Десктоп-клиент — JavaFX 21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64008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" y="106070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9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LoginView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48056" y="135331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 входа по username/password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901952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901952"/>
            <a:ext cx="64008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" y="195681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9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SignupView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8056" y="224942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 регистрации нового аккаунта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798064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798064"/>
            <a:ext cx="64008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" y="28529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9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MainLayout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8056" y="314553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Основной макет с боковым Sidebar-меню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3694176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694176"/>
            <a:ext cx="64008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" y="37490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9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CompanyView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48056" y="40416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компанией и сотрудниками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54880" y="100584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005840"/>
            <a:ext cx="64008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82896" y="106070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9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ProjectsView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82896" y="135331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проектов в виде карточек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1901952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1901952"/>
            <a:ext cx="64008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82896" y="195681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9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ProjectBoardView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82896" y="224942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Канбан-доска: колонки TODO/DONE с задачами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2798064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2798064"/>
            <a:ext cx="64008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82896" y="28529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9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 ProfileView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82896" y="314553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 пользователя и смена пароля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20040" y="459943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ApiClient (Jackson + HttpClient) → тот же REST API · AppState — хранилище авторизации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87552"/>
            <a:ext cx="73152" cy="15727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424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(JJWT 0.12.6)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335024"/>
            <a:ext cx="254203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Stateless-аутентификация. Токен содержит username и роли. JwtAuthFilter проверяет каждый запрос через Spring Security FilterChain.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987552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987552"/>
            <a:ext cx="73152" cy="15727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0424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(Google)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0" y="1335024"/>
            <a:ext cx="254203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OAuth2successHandler создаёт/обновляет пользователя после callback Google и выдаёт JWT. Пароль Google не хранится.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72200" y="987552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987552"/>
            <a:ext cx="73152" cy="15727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0424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(Spring Security)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9360" y="1335024"/>
            <a:ext cx="254203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пароли хранятся только в виде BCrypt-хешей. Plaintext-пароль никогда не сохраняется в БД.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724912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724912"/>
            <a:ext cx="73152" cy="15727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7797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Ролевая модель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072384"/>
            <a:ext cx="254203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Системные роли: ADMIN, USER, AUDITOR.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Роли в проекте: LEADER, WORKER.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RolePermissionMapping определяет права доступа.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46120" y="2724912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2724912"/>
            <a:ext cx="73152" cy="1572768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27797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Сброс пароля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83280" y="3072384"/>
            <a:ext cx="254203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UUID-токен + экспирация (1 час) + rate limit (1 раз/мин). Email отправляется через EmailServiceImpl (Spring Mail).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72200" y="2724912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72200" y="2724912"/>
            <a:ext cx="73152" cy="157276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27797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/ CORS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9360" y="3072384"/>
            <a:ext cx="254203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SSL-терминация на уровне Nginx (порты 80/443). CORS-политика настраивается через WebConfig (@CrossOrigin).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Контейнеризация — Docker Compose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0116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2011680" cy="438912"/>
          </a:xfrm>
          <a:prstGeom prst="rect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0332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50876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5087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:5432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1828800"/>
            <a:ext cx="1828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16-alpine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Healthcheck + persistent volume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(postgres_data)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50592" y="1005840"/>
            <a:ext cx="20116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50592" y="1005840"/>
            <a:ext cx="201168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23744" y="10332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816352" y="150876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16352" y="15087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:8080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542032" y="1828800"/>
            <a:ext cx="1828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Зависит от postgres (healthcheck)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Маппинг uploads/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26864" y="1005840"/>
            <a:ext cx="20116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1005840"/>
            <a:ext cx="2011680" cy="43891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0016" y="10332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992624" y="150876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92624" y="15087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:5173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18304" y="1828800"/>
            <a:ext cx="1828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build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Статика → nginx /dist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03136" y="1005840"/>
            <a:ext cx="20116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03136" y="1005840"/>
            <a:ext cx="2011680" cy="438912"/>
          </a:xfrm>
          <a:prstGeom prst="rect">
            <a:avLst/>
          </a:prstGeom>
          <a:solidFill>
            <a:srgbClr val="009639"/>
          </a:solidFill>
          <a:ln w="12700">
            <a:solidFill>
              <a:srgbClr val="00963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76288" y="10332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nginx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168896" y="150876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68896" y="15087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:80/443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894576" y="1828800"/>
            <a:ext cx="1828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Реверс-прокси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SSL-терминация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Раздача React SPA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286000" y="2286000"/>
            <a:ext cx="34747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62272" y="2286000"/>
            <a:ext cx="34747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38544" y="2286000"/>
            <a:ext cx="34747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71600" y="373075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 up --build  →  Одна команда запускает весь стек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Зависимости через depends_on + healthcheck: backend стартует только после готовности PostgreSQL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Паттерны рефакторинга (Этап 6)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73152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607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Mapper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1078992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107899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Обязательный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1371600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Где: service/ — все Service-классы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157276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ModelMapper 3.2 преобразует Entity ↔ DTO. Entity не раскрывает API-контракты. DTO не знает о JPA.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309360" y="1499616"/>
            <a:ext cx="233172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499616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4C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modelMapper.map(task, TaskResponseDTO.class);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2304288"/>
            <a:ext cx="84124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304288"/>
            <a:ext cx="73152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3591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Map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0" y="2377440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0" y="23774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Обязательный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267004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Где: Foundation — Hibernate 1st Level Cache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" y="2871216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рамках одной транзакции повторный findById(id) не выполняет SELECT — объект берётся из Hibernate Session Cache.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309360" y="2798064"/>
            <a:ext cx="233172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2798064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4C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@Transactional — Session = Identity Map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3602736"/>
            <a:ext cx="84124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602736"/>
            <a:ext cx="73152" cy="1170432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657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Load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560320" y="3675888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0" y="367588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Рекомендуемый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2920" y="3968496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Где: entity/ — OneToMany связи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02920" y="4169664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KanbanProject.boards, KanbanBoard.tasks, KanbanProject.members — FetchType.LAZY. Дочерние объекты загружаются только при явном обращении.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309360" y="4096512"/>
            <a:ext cx="233172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4096512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4C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 = FetchType.LAZY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Соответствие требованиям МУ — Траектория Г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310896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875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Требование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0" y="9875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0" y="9875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Реализация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321040" y="9875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298448"/>
            <a:ext cx="8595360" cy="2926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31673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UI (JavaFX)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00400" y="131673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экранов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0" y="13167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экранов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21040" y="131673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1609344"/>
            <a:ext cx="8595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62763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 (React)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0" y="16276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страниц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0" y="16276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страниц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321040" y="162763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1920240"/>
            <a:ext cx="8595360" cy="2926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19385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эндпоинты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00400" y="19385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0" y="19385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эндпоинтов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321040" y="193852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2231136"/>
            <a:ext cx="8595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224942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/ Swagger UI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00400" y="224942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Обязательно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29200" y="22494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SpringDoc OpenAPI 2.5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321040" y="224942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2542032"/>
            <a:ext cx="8595360" cy="2926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25603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Spring Security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00400" y="25603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Обязательно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29200" y="25603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JJWT + BCrypt + OAuth2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321040" y="256032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2852928"/>
            <a:ext cx="8595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287121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docker-compose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200400" y="287121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Обязательно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29200" y="28712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контейнера + Nginx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321040" y="287121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74320" y="3163824"/>
            <a:ext cx="8595360" cy="2926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31821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PCMEF архитектура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200400" y="31821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5 слоёв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029200" y="31821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P-C-M-E-F реализованы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321040" y="318211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74320" y="3474720"/>
            <a:ext cx="8595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349300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Mapper + Identity Map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200400" y="34930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Обязательно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029200" y="34930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ModelMapper + Hibernate Cache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321040" y="349300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74320" y="3785616"/>
            <a:ext cx="8595360" cy="2926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0040" y="380390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Документация (docs/)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200400" y="380390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этапы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029200" y="38039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папок, 33 файла Markdown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321040" y="380390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74320" y="4096512"/>
            <a:ext cx="8595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0040" y="41148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Модульные тесты (JUnit)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200400" y="41148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&gt;40% покрытие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029200" y="41148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написаны (0%)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8321040" y="411480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274320" y="4407408"/>
            <a:ext cx="8595360" cy="2926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20040" y="442569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3200400" y="442569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029200" y="44256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реализован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8321040" y="442569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274320" y="4718304"/>
            <a:ext cx="8595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20040" y="473659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Интеграционные тесты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3200400" y="4736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Обязательно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5029200" y="47365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написаны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8321040" y="473659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6400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27 REST-эндпоинтов на Spring Boot — перекрыт порог 15+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 клиента: React (7 страниц) + JavaFX (7 экранов) на едином API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Безопасность: JWT + OAuth2 Google + BCrypt + HTTPS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Полная контейнеризация: Docker Compose с 4 сервисами и Nginx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Архитектура PCMEF — все 5 слоёв, зависимости строго вниз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Паттерны: Data Mapper, Identity Map, Lazy Load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33 файла документации по 8 этапам МУ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766560" y="914400"/>
            <a:ext cx="2057400" cy="3063240"/>
          </a:xfrm>
          <a:prstGeom prst="rect">
            <a:avLst/>
          </a:prstGeom>
          <a:solidFill>
            <a:srgbClr val="1E3A5F"/>
          </a:solidFill>
          <a:ln w="12700">
            <a:solidFill>
              <a:srgbClr val="2D3F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0" y="1005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 доработке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0" y="135331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тесты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(покрытие &gt;40%)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0" y="20116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JaCoCo отчёт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0" y="267004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(GitHub Actions)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0" y="332841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Интеграционные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тесты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45262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kanbaNice · Траектория Г · Enterprise · СКФУ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kanbaNice — Курсовой проект</dc:title>
  <dc:subject>PptxGenJS Presentation</dc:subject>
  <dc:creator>firemon217</dc:creator>
  <cp:lastModifiedBy>firemon217</cp:lastModifiedBy>
  <cp:revision>1</cp:revision>
  <dcterms:created xsi:type="dcterms:W3CDTF">2026-06-01T18:28:57Z</dcterms:created>
  <dcterms:modified xsi:type="dcterms:W3CDTF">2026-06-01T18:28:57Z</dcterms:modified>
</cp:coreProperties>
</file>